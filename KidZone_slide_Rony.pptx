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F3421E-34FF-4D34-ACC9-27F8388808BF}">
  <a:tblStyle styleId="{F0F3421E-34FF-4D34-ACC9-27F8388808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eed7053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eed70539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Today, most children spend a lot of time watching short videos on platforms like YouTube or Facebook Reels.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these platforms are engaging, they aren’t designed for educational use or child safety.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inspired the idea behind KidZone — to bring the same level of interactivity and fun into a safe, learning-focused environment.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Here, parents can manage what content their kids access, set controls, and switch to kid mode securely with a PIN.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was to combine education, safety, and entertainment in one platform.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eed70539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eed70539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eed70539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eed70539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see the key users and their roles:</a:t>
            </a:r>
            <a:br>
              <a:rPr lang="en"/>
            </a:br>
            <a:r>
              <a:rPr lang="en"/>
              <a:t>Creators will create their account and upload educational content.</a:t>
            </a:r>
            <a:br>
              <a:rPr lang="en"/>
            </a:br>
            <a:r>
              <a:rPr lang="en"/>
              <a:t>An admin will review and process those content.</a:t>
            </a:r>
            <a:br>
              <a:rPr lang="en"/>
            </a:br>
            <a:r>
              <a:rPr lang="en"/>
              <a:t>Parents will subscribe those content creators and will let their children to watch those contents.</a:t>
            </a:r>
            <a:br>
              <a:rPr lang="en"/>
            </a:br>
            <a:r>
              <a:rPr lang="en"/>
              <a:t>Kids will then enjoy scrollabale , social- media like newsfeed.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eed70539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eed70539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eed70539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eed70539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system architecture of </a:t>
            </a:r>
            <a:r>
              <a:rPr lang="en" b="1">
                <a:solidFill>
                  <a:schemeClr val="dk1"/>
                </a:solidFill>
              </a:rPr>
              <a:t>KidZone</a:t>
            </a:r>
            <a:r>
              <a:rPr lang="en">
                <a:solidFill>
                  <a:schemeClr val="dk1"/>
                </a:solidFill>
              </a:rPr>
              <a:t> follows the </a:t>
            </a:r>
            <a:r>
              <a:rPr lang="en" b="1">
                <a:solidFill>
                  <a:schemeClr val="dk1"/>
                </a:solidFill>
              </a:rPr>
              <a:t>MERN stack</a:t>
            </a:r>
            <a:r>
              <a:rPr lang="en">
                <a:solidFill>
                  <a:schemeClr val="dk1"/>
                </a:solidFill>
              </a:rPr>
              <a:t>, which includes </a:t>
            </a:r>
            <a:r>
              <a:rPr lang="en" b="1">
                <a:solidFill>
                  <a:schemeClr val="dk1"/>
                </a:solidFill>
              </a:rPr>
              <a:t>MongoDB, Express.js, React, and Node.js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 b="1">
                <a:solidFill>
                  <a:schemeClr val="dk1"/>
                </a:solidFill>
              </a:rPr>
              <a:t>client side</a:t>
            </a:r>
            <a:r>
              <a:rPr lang="en">
                <a:solidFill>
                  <a:schemeClr val="dk1"/>
                </a:solidFill>
              </a:rPr>
              <a:t> is built with </a:t>
            </a:r>
            <a:r>
              <a:rPr lang="en" b="1">
                <a:solidFill>
                  <a:schemeClr val="dk1"/>
                </a:solidFill>
              </a:rPr>
              <a:t>React</a:t>
            </a:r>
            <a:r>
              <a:rPr lang="en">
                <a:solidFill>
                  <a:schemeClr val="dk1"/>
                </a:solidFill>
              </a:rPr>
              <a:t>, which provides a dynamic and responsive user interface for different users — creators, parents, and kids.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 b="1">
                <a:solidFill>
                  <a:schemeClr val="dk1"/>
                </a:solidFill>
              </a:rPr>
              <a:t>server side</a:t>
            </a:r>
            <a:r>
              <a:rPr lang="en">
                <a:solidFill>
                  <a:schemeClr val="dk1"/>
                </a:solidFill>
              </a:rPr>
              <a:t> uses </a:t>
            </a:r>
            <a:r>
              <a:rPr lang="en" b="1">
                <a:solidFill>
                  <a:schemeClr val="dk1"/>
                </a:solidFill>
              </a:rPr>
              <a:t>Express.js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chemeClr val="dk1"/>
                </a:solidFill>
              </a:rPr>
              <a:t>Node.js</a:t>
            </a:r>
            <a:r>
              <a:rPr lang="en">
                <a:solidFill>
                  <a:schemeClr val="dk1"/>
                </a:solidFill>
              </a:rPr>
              <a:t>, handling all API requests, authentication, content management, and communication between the frontend and the database.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 b="1">
                <a:solidFill>
                  <a:schemeClr val="dk1"/>
                </a:solidFill>
              </a:rPr>
              <a:t>database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lang="en" b="1">
                <a:solidFill>
                  <a:schemeClr val="dk1"/>
                </a:solidFill>
              </a:rPr>
              <a:t>MongoDB</a:t>
            </a:r>
            <a:r>
              <a:rPr lang="en">
                <a:solidFill>
                  <a:schemeClr val="dk1"/>
                </a:solidFill>
              </a:rPr>
              <a:t>, a NoSQL database that stores user profiles, educational content, subscriptions, and parental settings in a flexible JSON-like structure.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three-tier structure ensures </a:t>
            </a:r>
            <a:r>
              <a:rPr lang="en" b="1">
                <a:solidFill>
                  <a:schemeClr val="dk1"/>
                </a:solidFill>
              </a:rPr>
              <a:t>modularity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scalability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 b="1">
                <a:solidFill>
                  <a:schemeClr val="dk1"/>
                </a:solidFill>
              </a:rPr>
              <a:t>efficient communication</a:t>
            </a:r>
            <a:r>
              <a:rPr lang="en">
                <a:solidFill>
                  <a:schemeClr val="dk1"/>
                </a:solidFill>
              </a:rPr>
              <a:t> between the client, server, and database layers.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eed705390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eed705390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ed70539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eed70539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eed705390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eed705390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eed705390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eed705390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eed705390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eed705390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eed70539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eed70539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eed705390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eed705390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eed705390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eed705390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eed705390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eed705390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eed705390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eed705390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eed705390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eed705390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eed705390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eed705390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eed705390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eed705390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eed705390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eed705390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eed705390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eed705390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ef287904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ef287904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ef287904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ef287904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ony191002/KidZone" TargetMode="Externa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46758" y="-5329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KidZone</a:t>
            </a:r>
            <a:endParaRPr sz="4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22"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246950" y="1324875"/>
            <a:ext cx="65202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Online Learning Platform for Kids</a:t>
            </a:r>
            <a:endParaRPr sz="21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2"/>
              </a:solidFill>
            </a:endParaRPr>
          </a:p>
        </p:txBody>
      </p:sp>
      <p:pic>
        <p:nvPicPr>
          <p:cNvPr id="56" name="Google Shape;56;p13" title="kiddo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750" y="2290775"/>
            <a:ext cx="4273250" cy="28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93500" y="2715700"/>
            <a:ext cx="4078500" cy="19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By: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Name: </a:t>
            </a:r>
            <a:r>
              <a:rPr lang="en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Md. Rony Hossain </a:t>
            </a:r>
            <a:endParaRPr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ID: 1910876102</a:t>
            </a:r>
            <a:endParaRPr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 dirty="0"/>
              <a:t>What Inspired This Project?</a:t>
            </a:r>
            <a:endParaRPr sz="2720" b="1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1.Children today are highly responsive to </a:t>
            </a:r>
            <a:r>
              <a:rPr lang="en" sz="17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scrollable content</a:t>
            </a: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like YouTube and Facebook Reels.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We wanted to use that same concept to make learning fun, visual, and interactive.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Parents need a secure, controlled environment where they can manage what their kids learn and watch.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Inspired by the goal to blend education, safety, and entertainment in one platform.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 b="1" dirty="0"/>
              <a:t>Limitations of YouTube Kids and Khan Academy</a:t>
            </a:r>
            <a:endParaRPr sz="2620" b="1"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144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Lacks personalized parental control for each child.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No subscription mechanism for specific creators — kids may see random content.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Occasional irrelevant or inappropriate recommendations despite filters.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No social media–style news feed for kids.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Parents cannot control or customize what content their children access.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Takeaway: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Existing platforms either lack parental control or interactive, creator-driven features, inspiring the development of KidZone, which combines both.</a:t>
            </a:r>
            <a:endParaRPr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 dirty="0"/>
              <a:t>Key Users and Roles</a:t>
            </a:r>
            <a:endParaRPr sz="2720" b="1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610475" y="1636575"/>
            <a:ext cx="8221800" cy="2932500"/>
          </a:xfrm>
          <a:prstGeom prst="rect">
            <a:avLst/>
          </a:prstGeom>
          <a:solidFill>
            <a:srgbClr val="F6FBFB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Creator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Admin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Parent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Kid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623400" y="57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990"/>
            </a:pPr>
            <a:r>
              <a:rPr lang="en" sz="2720" b="1" dirty="0"/>
              <a:t>SDLC Model: Agile Methodology</a:t>
            </a:r>
            <a:br>
              <a:rPr lang="en" sz="2720" b="1" dirty="0"/>
            </a:br>
            <a:r>
              <a:rPr lang="en" sz="1600" dirty="0"/>
              <a:t>(</a:t>
            </a:r>
            <a:r>
              <a:rPr lang="en-US" sz="1050" dirty="0"/>
              <a:t>Software Development Life Cycle</a:t>
            </a:r>
            <a:r>
              <a:rPr lang="en" sz="1600" dirty="0"/>
              <a:t>)</a:t>
            </a:r>
            <a:br>
              <a:rPr lang="en" sz="2720" b="1" dirty="0"/>
            </a:br>
            <a:endParaRPr sz="2720" b="1" dirty="0"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189235" y="1217787"/>
            <a:ext cx="7264758" cy="21948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 dirty="0"/>
              <a:t>        </a:t>
            </a:r>
            <a:r>
              <a:rPr lang="e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 → Design → Develop → Test  → Review → Repeat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480525" y="185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 dirty="0"/>
              <a:t>System Architecture</a:t>
            </a:r>
            <a:endParaRPr sz="2720" b="1" dirty="0"/>
          </a:p>
        </p:txBody>
      </p:sp>
      <p:pic>
        <p:nvPicPr>
          <p:cNvPr id="87" name="Google Shape;87;p18" title="mv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125" y="757975"/>
            <a:ext cx="5198926" cy="435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/>
              <a:t>Technology Stack</a:t>
            </a:r>
            <a:endParaRPr sz="2720" b="1"/>
          </a:p>
        </p:txBody>
      </p:sp>
      <p:graphicFrame>
        <p:nvGraphicFramePr>
          <p:cNvPr id="93" name="Google Shape;93;p19"/>
          <p:cNvGraphicFramePr/>
          <p:nvPr/>
        </p:nvGraphicFramePr>
        <p:xfrm>
          <a:off x="432950" y="1233925"/>
          <a:ext cx="8330025" cy="3584850"/>
        </p:xfrm>
        <a:graphic>
          <a:graphicData uri="http://schemas.openxmlformats.org/drawingml/2006/table">
            <a:tbl>
              <a:tblPr>
                <a:noFill/>
                <a:tableStyleId>{F0F3421E-34FF-4D34-ACC9-27F8388808BF}</a:tableStyleId>
              </a:tblPr>
              <a:tblGrid>
                <a:gridCol w="277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/>
                        <a:t>Layer</a:t>
                      </a:r>
                      <a:endParaRPr sz="2100"/>
                    </a:p>
                  </a:txBody>
                  <a:tcPr marL="91425" marR="91425" marT="91425" marB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Technology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Purpose</a:t>
                      </a:r>
                      <a:endParaRPr sz="2000"/>
                    </a:p>
                  </a:txBody>
                  <a:tcPr marL="91425" marR="91425" marT="91425" marB="91425">
                    <a:solidFill>
                      <a:srgbClr val="A2C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Frontend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React js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UI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Backend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Node js + Express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API &amp; Server Logic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Database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MongoDB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Data Storage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Authentication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JWT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Secure login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Hosting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Vercel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Deployment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237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/>
              <a:t>Functional Diagrams</a:t>
            </a:r>
            <a:endParaRPr sz="2720" b="1"/>
          </a:p>
        </p:txBody>
      </p:sp>
      <p:pic>
        <p:nvPicPr>
          <p:cNvPr id="99" name="Google Shape;99;p20" title="Screenshot from 2025-10-31 16-01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36300"/>
            <a:ext cx="8839201" cy="389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Screenshot from 2025-10-31 16-02-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1726"/>
            <a:ext cx="8839199" cy="43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Screenshot from 2025-10-31 16-03-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4150"/>
            <a:ext cx="8839199" cy="444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 title="Screenshot from 2025-10-31 16-05-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50" y="503100"/>
            <a:ext cx="8839199" cy="388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311700" y="276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/>
              <a:t>Kid Mode Features</a:t>
            </a:r>
            <a:endParaRPr sz="2720" b="1"/>
          </a:p>
        </p:txBody>
      </p:sp>
      <p:pic>
        <p:nvPicPr>
          <p:cNvPr id="120" name="Google Shape;120;p24" title="Screenshot from 2025-10-31 15-42-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10350"/>
            <a:ext cx="8839199" cy="39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2209168" y="2104246"/>
            <a:ext cx="472566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 dirty="0"/>
              <a:t>Screenshots of The Project</a:t>
            </a:r>
            <a:endParaRPr sz="272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/>
        </p:nvSpPr>
        <p:spPr>
          <a:xfrm>
            <a:off x="3779700" y="4546050"/>
            <a:ext cx="28056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</a:rPr>
              <a:t>Fig: Homepage</a:t>
            </a:r>
            <a:endParaRPr sz="1700" b="1">
              <a:solidFill>
                <a:schemeClr val="dk2"/>
              </a:solidFill>
            </a:endParaRPr>
          </a:p>
        </p:txBody>
      </p:sp>
      <p:pic>
        <p:nvPicPr>
          <p:cNvPr id="131" name="Google Shape;131;p26" title="Home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3999" cy="454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/>
        </p:nvSpPr>
        <p:spPr>
          <a:xfrm>
            <a:off x="3091275" y="4572000"/>
            <a:ext cx="44292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Fig: Creator’s Dashboard After Signing In</a:t>
            </a:r>
            <a:endParaRPr sz="1600" b="1">
              <a:solidFill>
                <a:schemeClr val="dk2"/>
              </a:solidFill>
            </a:endParaRPr>
          </a:p>
        </p:txBody>
      </p:sp>
      <p:pic>
        <p:nvPicPr>
          <p:cNvPr id="137" name="Google Shape;137;p27" title="Creator_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1" cy="417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8" title="Admin_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1" cy="417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8"/>
          <p:cNvSpPr txBox="1"/>
          <p:nvPr/>
        </p:nvSpPr>
        <p:spPr>
          <a:xfrm>
            <a:off x="2623700" y="4520050"/>
            <a:ext cx="31044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Fig: Admin Dashboard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9" title="Parent_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417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9"/>
          <p:cNvSpPr txBox="1"/>
          <p:nvPr/>
        </p:nvSpPr>
        <p:spPr>
          <a:xfrm>
            <a:off x="1792425" y="4520050"/>
            <a:ext cx="5169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</a:rPr>
              <a:t>Fig: Parents’ Dashboard After Signing In</a:t>
            </a:r>
            <a:endParaRPr sz="16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 title="Parent_visiting_creators_pro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1" cy="417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/>
        </p:nvSpPr>
        <p:spPr>
          <a:xfrm>
            <a:off x="1662550" y="4468100"/>
            <a:ext cx="5896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Fig: Parent Viewing Creator Profile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1" title="Kid_Newsfeed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1" cy="417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1"/>
          <p:cNvSpPr txBox="1"/>
          <p:nvPr/>
        </p:nvSpPr>
        <p:spPr>
          <a:xfrm>
            <a:off x="2584725" y="4636925"/>
            <a:ext cx="44682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Fig: Kid’s Newsfeed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2" title="Exiting_Kid_M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417706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2"/>
          <p:cNvSpPr txBox="1"/>
          <p:nvPr/>
        </p:nvSpPr>
        <p:spPr>
          <a:xfrm>
            <a:off x="2091175" y="4507050"/>
            <a:ext cx="53382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Fig: PIN Verification When Exiting Kid Mode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/>
        </p:nvSpPr>
        <p:spPr>
          <a:xfrm>
            <a:off x="610475" y="418978"/>
            <a:ext cx="7481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Limitations</a:t>
            </a:r>
            <a:endParaRPr sz="27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3" name="Google Shape;173;p33"/>
          <p:cNvSpPr txBox="1"/>
          <p:nvPr/>
        </p:nvSpPr>
        <p:spPr>
          <a:xfrm>
            <a:off x="610475" y="1532650"/>
            <a:ext cx="7754100" cy="3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Requires stable internet.</a:t>
            </a:r>
            <a:endParaRPr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 Web-based only (no mobile app yet).</a:t>
            </a:r>
            <a:endParaRPr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Manual admin approval may take time.</a:t>
            </a:r>
            <a:endParaRPr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>
            <a:spLocks noGrp="1"/>
          </p:cNvSpPr>
          <p:nvPr>
            <p:ph type="title"/>
          </p:nvPr>
        </p:nvSpPr>
        <p:spPr>
          <a:xfrm>
            <a:off x="426000" y="441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 dirty="0"/>
              <a:t>Future Scope</a:t>
            </a:r>
            <a:endParaRPr sz="2720" b="1" dirty="0"/>
          </a:p>
        </p:txBody>
      </p:sp>
      <p:sp>
        <p:nvSpPr>
          <p:cNvPr id="179" name="Google Shape;179;p34"/>
          <p:cNvSpPr txBox="1">
            <a:spLocks noGrp="1"/>
          </p:cNvSpPr>
          <p:nvPr>
            <p:ph type="body" idx="1"/>
          </p:nvPr>
        </p:nvSpPr>
        <p:spPr>
          <a:xfrm>
            <a:off x="426000" y="151170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Mobile apps for Android and iOS.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AI-assisted content moderation.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Quizzes, live classes, and interactive learning features.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0" name="Google Shape;180;p34"/>
          <p:cNvSpPr txBox="1"/>
          <p:nvPr/>
        </p:nvSpPr>
        <p:spPr>
          <a:xfrm>
            <a:off x="2675650" y="441625"/>
            <a:ext cx="649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0;p34">
            <a:extLst>
              <a:ext uri="{FF2B5EF4-FFF2-40B4-BE49-F238E27FC236}">
                <a16:creationId xmlns:a16="http://schemas.microsoft.com/office/drawing/2014/main" id="{9D9B9E86-AB4D-5846-883B-FE37A8210860}"/>
              </a:ext>
            </a:extLst>
          </p:cNvPr>
          <p:cNvSpPr txBox="1"/>
          <p:nvPr/>
        </p:nvSpPr>
        <p:spPr>
          <a:xfrm>
            <a:off x="1083614" y="1280601"/>
            <a:ext cx="51539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Link:</a:t>
            </a:r>
          </a:p>
        </p:txBody>
      </p:sp>
      <p:sp>
        <p:nvSpPr>
          <p:cNvPr id="3" name="Google Shape;180;p34">
            <a:extLst>
              <a:ext uri="{FF2B5EF4-FFF2-40B4-BE49-F238E27FC236}">
                <a16:creationId xmlns:a16="http://schemas.microsoft.com/office/drawing/2014/main" id="{262FDF39-F3C2-2E0B-FF09-DD2D3E4E2CBC}"/>
              </a:ext>
            </a:extLst>
          </p:cNvPr>
          <p:cNvSpPr txBox="1"/>
          <p:nvPr/>
        </p:nvSpPr>
        <p:spPr>
          <a:xfrm>
            <a:off x="1083614" y="2203627"/>
            <a:ext cx="526003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800" u="sng" dirty="0">
                <a:hlinkClick r:id="rId2"/>
              </a:rPr>
              <a:t>https://github.com/rony191002/KidZone</a:t>
            </a:r>
            <a:endParaRPr sz="24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295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B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/>
        </p:nvSpPr>
        <p:spPr>
          <a:xfrm>
            <a:off x="1818450" y="1927889"/>
            <a:ext cx="5507100" cy="19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665</Words>
  <Application>Microsoft Office PowerPoint</Application>
  <PresentationFormat>On-screen Show (16:9)</PresentationFormat>
  <Paragraphs>83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Times New Roman</vt:lpstr>
      <vt:lpstr>Simple Light</vt:lpstr>
      <vt:lpstr>KidZone </vt:lpstr>
      <vt:lpstr>What Inspired This Project?</vt:lpstr>
      <vt:lpstr>Limitations of YouTube Kids and Khan Academy</vt:lpstr>
      <vt:lpstr>Key Users and Roles</vt:lpstr>
      <vt:lpstr>SDLC Model: Agile Methodology (Software Development Life Cycle) </vt:lpstr>
      <vt:lpstr>System Architecture</vt:lpstr>
      <vt:lpstr>Technology Stack</vt:lpstr>
      <vt:lpstr>Functional Diagrams</vt:lpstr>
      <vt:lpstr>PowerPoint Presentation</vt:lpstr>
      <vt:lpstr>PowerPoint Presentation</vt:lpstr>
      <vt:lpstr>PowerPoint Presentation</vt:lpstr>
      <vt:lpstr>Kid Mode Features</vt:lpstr>
      <vt:lpstr>Screenshots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Scope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Md. Rony Hossain</cp:lastModifiedBy>
  <cp:revision>5</cp:revision>
  <dcterms:modified xsi:type="dcterms:W3CDTF">2025-11-01T12:43:40Z</dcterms:modified>
</cp:coreProperties>
</file>